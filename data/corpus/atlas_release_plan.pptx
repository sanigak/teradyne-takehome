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canary percentages describe a planned release, not observed production adoption. Do not claim a rollback maintenance window has been agreed.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Atlas Forge — staged release runbook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2024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Date: 2026-09-14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Author: Maya Chen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Attendees: Maya Chen; Sofia Ortiz; Liam Okafor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Client: Atlas Forge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Domain: Deployment operations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Priority: High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Classification: SYNTHETIC — fictional evaluation 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RELAY AI  /  ATLAS FORGE  /  SYNTHETIC DATA  /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Release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2024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>
                <a:solidFill>
                  <a:srgbClr val="334155"/>
                </a:solidFill>
              </a:defRPr>
            </a:pPr>
            <a:r>
              <a:t>Launch target: November 2, 2026 after security sign-off. Start with 5 percent of pilot users for one business day, then 25 percent for one business day, then 100 percent only while release gates pass.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RELAY AI  /  ATLAS FORGE  /  SYNTHETIC DATA  /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Stop conditions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2024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>
                <a:solidFill>
                  <a:srgbClr val="334155"/>
                </a:solidFill>
              </a:defRPr>
            </a:pPr>
            <a:r>
              <a:t>Pause rollout when p95 end-to-end latency is 2.5 seconds or greater, request error rate exceeds 1 percent over a 15-minute window, or any unauthorized retrieval is detected. Unauthorized retrieval triggers an immediate stop regardless of traffic volume.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RELAY AI  /  ATLAS FORGE  /  SYNTHETIC DATA  /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0F172A"/>
                </a:solidFill>
              </a:defRPr>
            </a:pPr>
            <a:r>
              <a:t>Rollback ownership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920240"/>
            <a:ext cx="10789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500">
                <a:solidFill>
                  <a:srgbClr val="334155"/>
                </a:solidFill>
              </a:defRPr>
            </a:pPr>
            <a:r>
              <a:t>Sofia Ortiz owns technical rollback to the prior gateway version. Maya Chen owns sponsor communication. Liam Okafor coordinates the factory operating window, which is not yet approved.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RELAY AI  /  ATLAS FORGE  /  SYNTHETIC DATA  / 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Atlas Forge — staged release runbook</dc:title>
  <dc:subject>Deployment operations</dc:subject>
  <dc:creator>Maya Chen</dc:creator>
  <cp:keywords/>
  <dc:description>generated using python-pptx</dc:description>
  <cp:lastModifiedBy>Steve Canny</cp:lastModifiedBy>
  <cp:revision>1</cp:revision>
  <dcterms:created xsi:type="dcterms:W3CDTF">2026-09-14T12:00:00Z</dcterms:created>
  <dcterms:modified xsi:type="dcterms:W3CDTF">2026-09-14T12:00:00Z</dcterms:modified>
  <cp:category/>
</cp:coreProperties>
</file>