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Cedar Vale — policy access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Date: 2026-09-08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Author: Oscar Bell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Attendees: Oscar Bell; Elliot Reed; Nina Shah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Client: Cedar Vale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Domain: Identity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Priority: Critical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Classification: SYNTHETIC — fictional evaluation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CEDAR VALE  /  SYNTHETIC DATA  /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Claims and source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334155"/>
                </a:solidFill>
              </a:defRPr>
            </a:pPr>
            <a:r>
              <a:t>Every policy chunk carries clinic_id and policy_group. The authenticated identity token supplies the user's allowed values. Apply both filters before retrieval ranking and before model context assembly.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CEDAR VALE  /  SYNTHETIC DATA  /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Fail closed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334155"/>
                </a:solidFill>
              </a:defRPr>
            </a:pPr>
            <a:r>
              <a:t>Missing identity claims, expired credentials, and a revoked policy group deny access. Never retry against a global collection. Oscar Bell owns access middleware and regressions.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CEDAR VALE  /  SYNTHETIC DATA  /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Policy approval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334155"/>
                </a:solidFill>
              </a:defRPr>
            </a:pPr>
            <a:r>
              <a:t>Nina Shah approves published policy content. Corrections and unanswered questions enter a human review queue. They must not silently rewrite approved source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CEDAR VALE  /  SYNTHETIC DATA  /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Cedar Vale — policy access design</dc:title>
  <dc:subject>Identity architecture</dc:subject>
  <dc:creator>Oscar Bell</dc:creator>
  <cp:keywords/>
  <dc:description>generated using python-pptx</dc:description>
  <cp:lastModifiedBy>Steve Canny</cp:lastModifiedBy>
  <cp:revision>1</cp:revision>
  <dcterms:created xsi:type="dcterms:W3CDTF">2026-09-08T12:00:00Z</dcterms:created>
  <dcterms:modified xsi:type="dcterms:W3CDTF">2026-09-08T12:00:00Z</dcterms:modified>
  <cp:category/>
</cp:coreProperties>
</file>